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9"/>
  </p:notesMasterIdLst>
  <p:sldIdLst>
    <p:sldId id="302" r:id="rId2"/>
    <p:sldId id="300" r:id="rId3"/>
    <p:sldId id="304" r:id="rId4"/>
    <p:sldId id="314" r:id="rId5"/>
    <p:sldId id="315" r:id="rId6"/>
    <p:sldId id="316" r:id="rId7"/>
    <p:sldId id="317" r:id="rId8"/>
  </p:sldIdLst>
  <p:sldSz cx="10691813" cy="7559675"/>
  <p:notesSz cx="9144000" cy="6858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E8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7" autoAdjust="0"/>
    <p:restoredTop sz="94626"/>
  </p:normalViewPr>
  <p:slideViewPr>
    <p:cSldViewPr snapToGrid="0" snapToObjects="1">
      <p:cViewPr varScale="1">
        <p:scale>
          <a:sx n="95" d="100"/>
          <a:sy n="95" d="100"/>
        </p:scale>
        <p:origin x="10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3F57A-0829-D04A-AC5B-2C65A52C580F}" type="datetimeFigureOut">
              <a:rPr kumimoji="1" lang="ja-JP" altLang="en-US" smtClean="0"/>
              <a:t>2025/6/7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57250"/>
            <a:ext cx="32734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62658-8E85-1B4A-818C-8F92922C4C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208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62658-8E85-1B4A-818C-8F92922C4C3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707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CFD70D-1C65-5745-9ACA-AA94F5D63594}"/>
              </a:ext>
            </a:extLst>
          </p:cNvPr>
          <p:cNvSpPr/>
          <p:nvPr userDrawn="1"/>
        </p:nvSpPr>
        <p:spPr>
          <a:xfrm>
            <a:off x="1" y="6997299"/>
            <a:ext cx="10691813" cy="562376"/>
          </a:xfrm>
          <a:prstGeom prst="rect">
            <a:avLst/>
          </a:prstGeom>
          <a:gradFill>
            <a:gsLst>
              <a:gs pos="35000">
                <a:schemeClr val="bg1"/>
              </a:gs>
              <a:gs pos="100000">
                <a:srgbClr val="C7E8F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546"/>
          </a:p>
        </p:txBody>
      </p:sp>
      <p:sp>
        <p:nvSpPr>
          <p:cNvPr id="3" name="長方形 8">
            <a:extLst>
              <a:ext uri="{FF2B5EF4-FFF2-40B4-BE49-F238E27FC236}">
                <a16:creationId xmlns:a16="http://schemas.microsoft.com/office/drawing/2014/main" id="{19032AA8-1755-6F56-9C4F-9508BE277459}"/>
              </a:ext>
            </a:extLst>
          </p:cNvPr>
          <p:cNvSpPr/>
          <p:nvPr userDrawn="1"/>
        </p:nvSpPr>
        <p:spPr>
          <a:xfrm>
            <a:off x="1001870" y="562376"/>
            <a:ext cx="2946199" cy="970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長方形 9">
            <a:extLst>
              <a:ext uri="{FF2B5EF4-FFF2-40B4-BE49-F238E27FC236}">
                <a16:creationId xmlns:a16="http://schemas.microsoft.com/office/drawing/2014/main" id="{DE2ACF7E-D828-CE64-6ED5-17B3E8EE6B22}"/>
              </a:ext>
            </a:extLst>
          </p:cNvPr>
          <p:cNvSpPr/>
          <p:nvPr userDrawn="1"/>
        </p:nvSpPr>
        <p:spPr>
          <a:xfrm>
            <a:off x="7044605" y="558743"/>
            <a:ext cx="2946199" cy="1006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長方形 10">
            <a:extLst>
              <a:ext uri="{FF2B5EF4-FFF2-40B4-BE49-F238E27FC236}">
                <a16:creationId xmlns:a16="http://schemas.microsoft.com/office/drawing/2014/main" id="{BCF7BC8E-87C2-7A60-4F37-6CD07B666203}"/>
              </a:ext>
            </a:extLst>
          </p:cNvPr>
          <p:cNvSpPr/>
          <p:nvPr userDrawn="1"/>
        </p:nvSpPr>
        <p:spPr>
          <a:xfrm>
            <a:off x="4021241" y="562375"/>
            <a:ext cx="2946199" cy="933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49C16E-9153-797D-9577-0F47D59331DC}"/>
              </a:ext>
            </a:extLst>
          </p:cNvPr>
          <p:cNvSpPr txBox="1"/>
          <p:nvPr userDrawn="1"/>
        </p:nvSpPr>
        <p:spPr>
          <a:xfrm>
            <a:off x="3761333" y="7298065"/>
            <a:ext cx="3466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/>
              <a:t>Copyright© Five Motion </a:t>
            </a:r>
            <a:r>
              <a:rPr kumimoji="1" lang="en-US" altLang="ja-JP" sz="1100" dirty="0" err="1"/>
              <a:t>Systems,Inc</a:t>
            </a:r>
            <a:r>
              <a:rPr kumimoji="1" lang="en-US" altLang="ja-JP" sz="1100" dirty="0"/>
              <a:t>. All Rights Reserved.</a:t>
            </a:r>
            <a:endParaRPr kumimoji="1" lang="ja-JP" altLang="en-US" sz="1100" dirty="0"/>
          </a:p>
        </p:txBody>
      </p: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5D4E7D2-437A-EC9A-7E3C-044B4439B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59141" y="7081177"/>
            <a:ext cx="92300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54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817CA15-22B6-4FAB-AB0E-18116DFD4B08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A206CFC-E317-A0BF-9EAE-62DA34E46D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1476" y="138718"/>
            <a:ext cx="918655" cy="35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89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1069117" rtl="0" eaLnBrk="1" latinLnBrk="0" hangingPunct="1">
        <a:lnSpc>
          <a:spcPct val="90000"/>
        </a:lnSpc>
        <a:spcBef>
          <a:spcPct val="0"/>
        </a:spcBef>
        <a:buNone/>
        <a:defRPr kumimoji="1" sz="5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280" indent="-267280" algn="l" defTabSz="1069117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kumimoji="1"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839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398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870956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405516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940075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474634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4009193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543753" indent="-267280" algn="l" defTabSz="1069117" rtl="0" eaLnBrk="1" latinLnBrk="0" hangingPunct="1">
        <a:lnSpc>
          <a:spcPct val="90000"/>
        </a:lnSpc>
        <a:spcBef>
          <a:spcPts val="584"/>
        </a:spcBef>
        <a:buFont typeface="Arial" panose="020B0604020202020204" pitchFamily="34" charset="0"/>
        <a:buChar char="•"/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34559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1069117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3pPr>
      <a:lvl4pPr marL="1603678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4pPr>
      <a:lvl5pPr marL="2138236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5pPr>
      <a:lvl6pPr marL="2672795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6pPr>
      <a:lvl7pPr marL="3207354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7pPr>
      <a:lvl8pPr marL="3741914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8pPr>
      <a:lvl9pPr marL="4276473" algn="l" defTabSz="1069117" rtl="0" eaLnBrk="1" latinLnBrk="0" hangingPunct="1">
        <a:defRPr kumimoji="1" sz="2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2B07145-1B55-4582-B40D-8540325FC280}"/>
              </a:ext>
            </a:extLst>
          </p:cNvPr>
          <p:cNvGrpSpPr/>
          <p:nvPr/>
        </p:nvGrpSpPr>
        <p:grpSpPr>
          <a:xfrm>
            <a:off x="2387165" y="1934550"/>
            <a:ext cx="6141759" cy="1154161"/>
            <a:chOff x="3025120" y="1880333"/>
            <a:chExt cx="6141759" cy="1154161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7CBE8EBC-4D99-8042-DD80-C6D7229D12B9}"/>
                </a:ext>
              </a:extLst>
            </p:cNvPr>
            <p:cNvSpPr/>
            <p:nvPr/>
          </p:nvSpPr>
          <p:spPr>
            <a:xfrm>
              <a:off x="3068639" y="1880333"/>
              <a:ext cx="6098240" cy="11541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58A7551-7E85-C395-5906-4FED8DEF2084}"/>
                </a:ext>
              </a:extLst>
            </p:cNvPr>
            <p:cNvSpPr txBox="1"/>
            <p:nvPr/>
          </p:nvSpPr>
          <p:spPr>
            <a:xfrm>
              <a:off x="3025120" y="2026859"/>
              <a:ext cx="6120000" cy="8104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54000" marR="254000" algn="ctr">
                <a:lnSpc>
                  <a:spcPts val="2800"/>
                </a:lnSpc>
                <a:spcBef>
                  <a:spcPts val="1200"/>
                </a:spcBef>
                <a:spcAft>
                  <a:spcPts val="1200"/>
                </a:spcAft>
              </a:pPr>
              <a:r>
                <a:rPr lang="zh-TW" altLang="ja-JP" sz="1800" b="1" kern="100" dirty="0">
                  <a:solidFill>
                    <a:srgbClr val="1F3864"/>
                  </a:solidFill>
                  <a:effectLst/>
                  <a:latin typeface="ＭＳ Ｐ明朝" panose="02020600040205080304" pitchFamily="18" charset="-128"/>
                  <a:ea typeface="ＭＳ Ｐ明朝" panose="02020600040205080304" pitchFamily="18" charset="-128"/>
                  <a:cs typeface="Times New Roman" panose="02020603050405020304" pitchFamily="18" charset="0"/>
                </a:rPr>
                <a:t>【</a:t>
              </a:r>
              <a:r>
                <a:rPr lang="en-US" altLang="ja-JP" sz="1800" b="1" kern="100" dirty="0">
                  <a:solidFill>
                    <a:srgbClr val="1F3864"/>
                  </a:solidFill>
                  <a:effectLst/>
                  <a:latin typeface="ＭＳ Ｐ明朝" panose="02020600040205080304" pitchFamily="18" charset="-128"/>
                  <a:ea typeface="ＭＳ Ｐ明朝" panose="02020600040205080304" pitchFamily="18" charset="-128"/>
                  <a:cs typeface="Times New Roman" panose="02020603050405020304" pitchFamily="18" charset="0"/>
                </a:rPr>
                <a:t>FMES</a:t>
              </a:r>
              <a:r>
                <a:rPr lang="zh-TW" altLang="ja-JP" sz="1800" b="1" kern="100" dirty="0">
                  <a:solidFill>
                    <a:srgbClr val="1F3864"/>
                  </a:solidFill>
                  <a:effectLst/>
                  <a:latin typeface="ＭＳ Ｐ明朝" panose="02020600040205080304" pitchFamily="18" charset="-128"/>
                  <a:ea typeface="ＭＳ Ｐ明朝" panose="02020600040205080304" pitchFamily="18" charset="-128"/>
                  <a:cs typeface="Times New Roman" panose="02020603050405020304" pitchFamily="18" charset="0"/>
                </a:rPr>
                <a:t>】操作説明書</a:t>
              </a:r>
              <a:br>
                <a:rPr lang="en-US" altLang="ja-JP" sz="1800" b="1" kern="100" dirty="0">
                  <a:solidFill>
                    <a:srgbClr val="1F3864"/>
                  </a:solidFill>
                  <a:effectLst/>
                  <a:latin typeface="ＭＳ Ｐ明朝" panose="02020600040205080304" pitchFamily="18" charset="-128"/>
                  <a:ea typeface="ＭＳ Ｐ明朝" panose="02020600040205080304" pitchFamily="18" charset="-128"/>
                  <a:cs typeface="Times New Roman" panose="02020603050405020304" pitchFamily="18" charset="0"/>
                </a:rPr>
              </a:br>
              <a:endParaRPr lang="ja-JP" altLang="ja-JP" sz="4000" b="1" kern="100" dirty="0">
                <a:solidFill>
                  <a:srgbClr val="1F3864"/>
                </a:solidFill>
                <a:effectLst/>
                <a:latin typeface="ＭＳ Ｐ明朝" panose="02020600040205080304" pitchFamily="18" charset="-128"/>
                <a:ea typeface="ＭＳ Ｐ明朝" panose="02020600040205080304" pitchFamily="18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E07170-A257-3BCC-15FE-0D2CAE653034}"/>
              </a:ext>
            </a:extLst>
          </p:cNvPr>
          <p:cNvSpPr txBox="1"/>
          <p:nvPr/>
        </p:nvSpPr>
        <p:spPr>
          <a:xfrm>
            <a:off x="3829051" y="3769290"/>
            <a:ext cx="2985792" cy="334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0" marR="508000" algn="ctr">
              <a:lnSpc>
                <a:spcPts val="2200"/>
              </a:lnSpc>
              <a:spcAft>
                <a:spcPts val="0"/>
              </a:spcAft>
            </a:pPr>
            <a:r>
              <a:rPr lang="ja-JP" altLang="ja-JP" sz="1400" b="1" kern="100" dirty="0">
                <a:effectLst/>
                <a:latin typeface="ＭＳ Ｐ明朝" panose="02020600040205080304" pitchFamily="18" charset="-128"/>
                <a:ea typeface="ＭＳ Ｐ明朝" panose="02020600040205080304" pitchFamily="18" charset="-128"/>
                <a:cs typeface="Times New Roman" panose="02020603050405020304" pitchFamily="18" charset="0"/>
              </a:rPr>
              <a:t>【副題】</a:t>
            </a:r>
            <a:r>
              <a:rPr lang="ja-JP" altLang="en-US" sz="1400" b="1" kern="100" dirty="0">
                <a:latin typeface="ＭＳ Ｐ明朝" panose="02020600040205080304" pitchFamily="18" charset="-128"/>
                <a:ea typeface="ＭＳ Ｐ明朝" panose="02020600040205080304" pitchFamily="18" charset="-128"/>
                <a:cs typeface="Times New Roman" panose="02020603050405020304" pitchFamily="18" charset="0"/>
              </a:rPr>
              <a:t>スマホ設定</a:t>
            </a:r>
            <a:endParaRPr lang="ja-JP" altLang="ja-JP" sz="1400" b="1" kern="100" dirty="0">
              <a:effectLst/>
              <a:latin typeface="ＭＳ Ｐ明朝" panose="02020600040205080304" pitchFamily="18" charset="-128"/>
              <a:ea typeface="ＭＳ Ｐ明朝" panose="02020600040205080304" pitchFamily="18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5F1949C4-AA56-8194-A38F-0D15510CD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828569"/>
              </p:ext>
            </p:extLst>
          </p:nvPr>
        </p:nvGraphicFramePr>
        <p:xfrm>
          <a:off x="3342373" y="5010103"/>
          <a:ext cx="4209582" cy="803656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1183707">
                  <a:extLst>
                    <a:ext uri="{9D8B030D-6E8A-4147-A177-3AD203B41FA5}">
                      <a16:colId xmlns:a16="http://schemas.microsoft.com/office/drawing/2014/main" val="4251515711"/>
                    </a:ext>
                  </a:extLst>
                </a:gridCol>
                <a:gridCol w="3025875">
                  <a:extLst>
                    <a:ext uri="{9D8B030D-6E8A-4147-A177-3AD203B41FA5}">
                      <a16:colId xmlns:a16="http://schemas.microsoft.com/office/drawing/2014/main" val="139183462"/>
                    </a:ext>
                  </a:extLst>
                </a:gridCol>
              </a:tblGrid>
              <a:tr h="401828">
                <a:tc>
                  <a:txBody>
                    <a:bodyPr/>
                    <a:lstStyle/>
                    <a:p>
                      <a:pPr marL="63500" marR="63500" algn="dist">
                        <a:spcAft>
                          <a:spcPts val="0"/>
                        </a:spcAft>
                      </a:pPr>
                      <a:r>
                        <a:rPr 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作成日</a:t>
                      </a:r>
                      <a:endParaRPr lang="ja-JP" sz="1200" kern="100" dirty="0">
                        <a:effectLst/>
                        <a:latin typeface="ＭＳ Ｐ明朝" panose="02020600040205080304" pitchFamily="18" charset="-128"/>
                        <a:ea typeface="ＭＳ Ｐ明朝" panose="02020600040205080304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3500" marR="63500"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20</a:t>
                      </a:r>
                      <a:r>
                        <a:rPr lang="en-US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25</a:t>
                      </a:r>
                      <a:r>
                        <a:rPr 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年</a:t>
                      </a:r>
                      <a:r>
                        <a:rPr lang="en-US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5</a:t>
                      </a:r>
                      <a:r>
                        <a:rPr 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月</a:t>
                      </a:r>
                      <a:r>
                        <a:rPr lang="en-US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20</a:t>
                      </a:r>
                      <a:r>
                        <a:rPr 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日</a:t>
                      </a:r>
                      <a:endParaRPr lang="ja-JP" sz="1200" kern="100" dirty="0">
                        <a:effectLst/>
                        <a:latin typeface="ＭＳ Ｐ明朝" panose="02020600040205080304" pitchFamily="18" charset="-128"/>
                        <a:ea typeface="ＭＳ Ｐ明朝" panose="02020600040205080304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3437266"/>
                  </a:ext>
                </a:extLst>
              </a:tr>
              <a:tr h="401828">
                <a:tc>
                  <a:txBody>
                    <a:bodyPr/>
                    <a:lstStyle/>
                    <a:p>
                      <a:pPr marL="63500" marR="63500" algn="dist">
                        <a:spcAft>
                          <a:spcPts val="0"/>
                        </a:spcAft>
                      </a:pPr>
                      <a:r>
                        <a:rPr lang="ja-JP" sz="1400" kern="10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最終更新日</a:t>
                      </a:r>
                      <a:endParaRPr lang="ja-JP" sz="1200" kern="100">
                        <a:effectLst/>
                        <a:latin typeface="ＭＳ Ｐ明朝" panose="02020600040205080304" pitchFamily="18" charset="-128"/>
                        <a:ea typeface="ＭＳ Ｐ明朝" panose="02020600040205080304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63500" marR="63500" algn="just">
                        <a:spcAft>
                          <a:spcPts val="0"/>
                        </a:spcAft>
                      </a:pPr>
                      <a:r>
                        <a:rPr lang="en-US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2025</a:t>
                      </a:r>
                      <a:r>
                        <a:rPr lang="ja-JP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年</a:t>
                      </a:r>
                      <a:r>
                        <a:rPr lang="en-US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5</a:t>
                      </a:r>
                      <a:r>
                        <a:rPr lang="ja-JP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月</a:t>
                      </a:r>
                      <a:r>
                        <a:rPr lang="en-US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20</a:t>
                      </a:r>
                      <a:r>
                        <a:rPr lang="ja-JP" altLang="ja-JP" sz="1400" kern="100" dirty="0">
                          <a:effectLst/>
                          <a:latin typeface="ＭＳ Ｐ明朝" panose="02020600040205080304" pitchFamily="18" charset="-128"/>
                          <a:ea typeface="ＭＳ Ｐ明朝" panose="02020600040205080304" pitchFamily="18" charset="-128"/>
                        </a:rPr>
                        <a:t>日</a:t>
                      </a:r>
                      <a:endParaRPr lang="ja-JP" altLang="ja-JP" sz="1200" kern="100" dirty="0">
                        <a:effectLst/>
                        <a:latin typeface="ＭＳ Ｐ明朝" panose="02020600040205080304" pitchFamily="18" charset="-128"/>
                        <a:ea typeface="ＭＳ Ｐ明朝" panose="02020600040205080304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668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64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1">
            <a:extLst>
              <a:ext uri="{FF2B5EF4-FFF2-40B4-BE49-F238E27FC236}">
                <a16:creationId xmlns:a16="http://schemas.microsoft.com/office/drawing/2014/main" id="{ED55A109-5B43-2D4D-B5B5-0CEAFE81AECD}"/>
              </a:ext>
            </a:extLst>
          </p:cNvPr>
          <p:cNvSpPr txBox="1"/>
          <p:nvPr/>
        </p:nvSpPr>
        <p:spPr>
          <a:xfrm>
            <a:off x="780176" y="-1957143"/>
            <a:ext cx="3557384" cy="562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3053" dirty="0">
                <a:latin typeface="メイリオ" panose="020B0604030504040204" pitchFamily="50" charset="-128"/>
                <a:ea typeface="メイリオ" panose="020B0604030504040204" pitchFamily="50" charset="-128"/>
              </a:rPr>
              <a:t>FMES</a:t>
            </a:r>
            <a:r>
              <a:rPr lang="ja-JP" altLang="en-US" sz="3053" dirty="0">
                <a:latin typeface="メイリオ" panose="020B0604030504040204" pitchFamily="50" charset="-128"/>
                <a:ea typeface="メイリオ" panose="020B0604030504040204" pitchFamily="50" charset="-128"/>
              </a:rPr>
              <a:t> 標準価格表</a:t>
            </a:r>
            <a:r>
              <a:rPr lang="en-US" altLang="ja-JP" sz="3053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endParaRPr lang="ja-JP" altLang="en-US" sz="3053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テキスト ボックス 5">
            <a:extLst>
              <a:ext uri="{FF2B5EF4-FFF2-40B4-BE49-F238E27FC236}">
                <a16:creationId xmlns:a16="http://schemas.microsoft.com/office/drawing/2014/main" id="{254F426F-5164-D53D-A6CF-72A3B72352FC}"/>
              </a:ext>
            </a:extLst>
          </p:cNvPr>
          <p:cNvSpPr txBox="1"/>
          <p:nvPr/>
        </p:nvSpPr>
        <p:spPr>
          <a:xfrm>
            <a:off x="881911" y="939844"/>
            <a:ext cx="4220250" cy="46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データ一覧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3BAC66-5519-2528-D7E5-21EEA365CCE5}"/>
              </a:ext>
            </a:extLst>
          </p:cNvPr>
          <p:cNvSpPr txBox="1"/>
          <p:nvPr/>
        </p:nvSpPr>
        <p:spPr>
          <a:xfrm>
            <a:off x="5102161" y="10285377"/>
            <a:ext cx="540533" cy="353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97" dirty="0"/>
              <a:t>-12-</a:t>
            </a:r>
            <a:endParaRPr lang="ja-JP" altLang="en-US" sz="1697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B1775EC-C547-E040-378A-F51EB71FA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980" y="2291023"/>
            <a:ext cx="2998038" cy="623865"/>
          </a:xfrm>
          <a:prstGeom prst="rect">
            <a:avLst/>
          </a:prstGeom>
          <a:noFill/>
          <a:ln w="12700" cap="sq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>
              <a:spcBef>
                <a:spcPct val="0"/>
              </a:spcBef>
            </a:pPr>
            <a:r>
              <a:rPr lang="ja-JP" altLang="en-US" sz="1200" dirty="0">
                <a:solidFill>
                  <a:srgbClr val="13110F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　　データ管理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5B302B93-1DC1-F75A-B4A1-E8C13A49909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910110" y="3016615"/>
            <a:ext cx="1501775" cy="325438"/>
          </a:xfrm>
          <a:prstGeom prst="triangle">
            <a:avLst>
              <a:gd name="adj" fmla="val 50000"/>
            </a:avLst>
          </a:prstGeom>
          <a:solidFill>
            <a:srgbClr val="3366FF"/>
          </a:solidFill>
          <a:ln w="9525" cap="sq">
            <a:solidFill>
              <a:srgbClr val="3366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0190652-7893-00CA-F69C-BE2CBC767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1978" y="1578188"/>
            <a:ext cx="2998038" cy="334863"/>
          </a:xfrm>
          <a:prstGeom prst="rect">
            <a:avLst/>
          </a:prstGeom>
          <a:noFill/>
          <a:ln w="12700" cap="sq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>
              <a:spcBef>
                <a:spcPct val="0"/>
              </a:spcBef>
            </a:pPr>
            <a:endParaRPr lang="en-US" altLang="ja-JP" sz="1200" b="1" dirty="0">
              <a:solidFill>
                <a:srgbClr val="13110F"/>
              </a:solidFill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pPr algn="l" eaLnBrk="1" hangingPunct="1">
              <a:spcBef>
                <a:spcPct val="0"/>
              </a:spcBef>
            </a:pPr>
            <a:r>
              <a:rPr lang="ja-JP" altLang="en-US" sz="1200" b="1" dirty="0">
                <a:solidFill>
                  <a:srgbClr val="13110F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左メニューの操作</a:t>
            </a: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EE62B05-C92C-A0D2-B3B5-E5E1810D2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678" y="2457262"/>
            <a:ext cx="279400" cy="279400"/>
          </a:xfrm>
          <a:prstGeom prst="ellipse">
            <a:avLst/>
          </a:prstGeom>
          <a:solidFill>
            <a:srgbClr val="3366FF"/>
          </a:solidFill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ja-JP" alt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HG丸ｺﾞｼｯｸM-PRO" panose="020F0600000000000000" pitchFamily="50" charset="-128"/>
              </a:rPr>
              <a:t>１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22A0CEE-8F64-D509-AB67-E705F5574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492" y="3485993"/>
            <a:ext cx="2998038" cy="623865"/>
          </a:xfrm>
          <a:prstGeom prst="rect">
            <a:avLst/>
          </a:prstGeom>
          <a:noFill/>
          <a:ln w="12700" cap="sq">
            <a:solidFill>
              <a:srgbClr val="B2B2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 eaLnBrk="1" hangingPunct="1">
              <a:spcBef>
                <a:spcPct val="0"/>
              </a:spcBef>
            </a:pPr>
            <a:r>
              <a:rPr lang="ja-JP" altLang="en-US" sz="1200" dirty="0">
                <a:solidFill>
                  <a:srgbClr val="13110F"/>
                </a:solidFill>
                <a:latin typeface="游明朝" panose="02020400000000000000" pitchFamily="18" charset="-128"/>
                <a:ea typeface="游明朝" panose="02020400000000000000" pitchFamily="18" charset="-128"/>
              </a:rPr>
              <a:t>　　　データ一覧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6F5C49B7-AFC3-E5F0-1BF5-A8D30C6B0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4378" y="3640137"/>
            <a:ext cx="279400" cy="279400"/>
          </a:xfrm>
          <a:prstGeom prst="ellipse">
            <a:avLst/>
          </a:prstGeom>
          <a:solidFill>
            <a:srgbClr val="3366FF"/>
          </a:solidFill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0"/>
              </a:spcBef>
            </a:pPr>
            <a:r>
              <a:rPr lang="ja-JP" altLang="en-US" sz="900" b="1" dirty="0">
                <a:solidFill>
                  <a:schemeClr val="bg1"/>
                </a:solidFill>
                <a:latin typeface="Times New Roman" panose="02020603050405020304" pitchFamily="18" charset="0"/>
                <a:ea typeface="HG丸ｺﾞｼｯｸM-PRO" panose="020F0600000000000000" pitchFamily="50" charset="-128"/>
              </a:rPr>
              <a:t>２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E813B0D-DD68-E7B6-AB2C-AD602E05FBBC}"/>
              </a:ext>
            </a:extLst>
          </p:cNvPr>
          <p:cNvSpPr/>
          <p:nvPr/>
        </p:nvSpPr>
        <p:spPr>
          <a:xfrm>
            <a:off x="4893548" y="1578188"/>
            <a:ext cx="5094514" cy="49130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87C0DB-3F93-4B56-7AFC-6E1C731F8824}"/>
              </a:ext>
            </a:extLst>
          </p:cNvPr>
          <p:cNvSpPr txBox="1"/>
          <p:nvPr/>
        </p:nvSpPr>
        <p:spPr>
          <a:xfrm>
            <a:off x="5102161" y="2077882"/>
            <a:ext cx="46145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①左メニューのデータ管理をクリックすると配下のメニューが表示されます。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②データ一覧をクリックします。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・画面の詳細な操作は「データ管理の操作詳細」を参照ください。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・本マニュアルは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Google Chrome</a:t>
            </a:r>
            <a:r>
              <a:rPr lang="ja-JP" altLang="en-US" sz="1200">
                <a:latin typeface="游明朝" panose="02020400000000000000" pitchFamily="18" charset="-128"/>
                <a:ea typeface="游明朝" panose="02020400000000000000" pitchFamily="18" charset="-128"/>
              </a:rPr>
              <a:t>を使用して作成しております。その他のブラウザをご利用の場合、表示が異なる場合がございますので、あらかじめご了承ください。</a:t>
            </a:r>
            <a:endParaRPr kumimoji="1" lang="ja-JP" altLang="en-US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375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05B9C3-79AE-9861-6B44-C0BB190B5257}"/>
              </a:ext>
            </a:extLst>
          </p:cNvPr>
          <p:cNvSpPr txBox="1"/>
          <p:nvPr/>
        </p:nvSpPr>
        <p:spPr>
          <a:xfrm>
            <a:off x="881910" y="939844"/>
            <a:ext cx="5297826" cy="46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スマホ設定</a:t>
            </a:r>
            <a:r>
              <a:rPr lang="en-US" altLang="ja-JP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EEEB48-A73E-CB5B-719C-27F139A0D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3" y="1626521"/>
            <a:ext cx="2514951" cy="3200847"/>
          </a:xfrm>
          <a:prstGeom prst="rect">
            <a:avLst/>
          </a:prstGeom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E158BA8-8FD1-1C37-4064-6DB5F8B00250}"/>
              </a:ext>
            </a:extLst>
          </p:cNvPr>
          <p:cNvSpPr/>
          <p:nvPr/>
        </p:nvSpPr>
        <p:spPr>
          <a:xfrm>
            <a:off x="881910" y="5164853"/>
            <a:ext cx="8995620" cy="16787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CB0551-A4AE-CE5F-B68B-C8DA3382B803}"/>
              </a:ext>
            </a:extLst>
          </p:cNvPr>
          <p:cNvSpPr txBox="1"/>
          <p:nvPr/>
        </p:nvSpPr>
        <p:spPr>
          <a:xfrm>
            <a:off x="1206000" y="5265213"/>
            <a:ext cx="8344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①環境設定を押下ます。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E26D8C-6CDC-44B4-C1F8-478635C1201D}"/>
              </a:ext>
            </a:extLst>
          </p:cNvPr>
          <p:cNvSpPr txBox="1"/>
          <p:nvPr/>
        </p:nvSpPr>
        <p:spPr>
          <a:xfrm>
            <a:off x="1783701" y="4232754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①</a:t>
            </a:r>
          </a:p>
        </p:txBody>
      </p:sp>
    </p:spTree>
    <p:extLst>
      <p:ext uri="{BB962C8B-B14F-4D97-AF65-F5344CB8AC3E}">
        <p14:creationId xmlns:p14="http://schemas.microsoft.com/office/powerpoint/2010/main" val="143353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65F1938-0FBC-3AEB-E220-BB32FD91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16" y="1407985"/>
            <a:ext cx="2107165" cy="3442240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C41A2E6-B511-4BAE-E0FA-C9EB4E83E6F8}"/>
              </a:ext>
            </a:extLst>
          </p:cNvPr>
          <p:cNvSpPr/>
          <p:nvPr/>
        </p:nvSpPr>
        <p:spPr>
          <a:xfrm>
            <a:off x="881910" y="5164853"/>
            <a:ext cx="8995620" cy="16787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603FE0-5F3D-5DA3-D428-82194109B452}"/>
              </a:ext>
            </a:extLst>
          </p:cNvPr>
          <p:cNvSpPr txBox="1"/>
          <p:nvPr/>
        </p:nvSpPr>
        <p:spPr>
          <a:xfrm>
            <a:off x="1982125" y="1630856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A8F666F-5508-5821-7F48-FE336186B8ED}"/>
              </a:ext>
            </a:extLst>
          </p:cNvPr>
          <p:cNvSpPr txBox="1"/>
          <p:nvPr/>
        </p:nvSpPr>
        <p:spPr>
          <a:xfrm>
            <a:off x="1688408" y="2733928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9800218-C055-B9E6-B29C-750940F63D3A}"/>
              </a:ext>
            </a:extLst>
          </p:cNvPr>
          <p:cNvSpPr txBox="1"/>
          <p:nvPr/>
        </p:nvSpPr>
        <p:spPr>
          <a:xfrm>
            <a:off x="1982125" y="3383147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13A978-15DB-4CA9-273F-A2BF2C86CA43}"/>
              </a:ext>
            </a:extLst>
          </p:cNvPr>
          <p:cNvSpPr txBox="1"/>
          <p:nvPr/>
        </p:nvSpPr>
        <p:spPr>
          <a:xfrm>
            <a:off x="1527635" y="3779837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④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A2085A-7BD9-830A-F241-C06A652E88B0}"/>
              </a:ext>
            </a:extLst>
          </p:cNvPr>
          <p:cNvSpPr txBox="1"/>
          <p:nvPr/>
        </p:nvSpPr>
        <p:spPr>
          <a:xfrm>
            <a:off x="1527635" y="4176531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D63D18C-D283-17BE-E3B8-BCA66D8702ED}"/>
              </a:ext>
            </a:extLst>
          </p:cNvPr>
          <p:cNvSpPr txBox="1"/>
          <p:nvPr/>
        </p:nvSpPr>
        <p:spPr>
          <a:xfrm>
            <a:off x="881910" y="939844"/>
            <a:ext cx="5297826" cy="46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スマホ設定</a:t>
            </a:r>
            <a:r>
              <a:rPr lang="en-US" altLang="ja-JP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5F2FFA9-1752-228C-BBF8-034CA2D02801}"/>
              </a:ext>
            </a:extLst>
          </p:cNvPr>
          <p:cNvSpPr txBox="1"/>
          <p:nvPr/>
        </p:nvSpPr>
        <p:spPr>
          <a:xfrm>
            <a:off x="1206000" y="5265213"/>
            <a:ext cx="83449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①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使用する言語を選択下さい。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②設定する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URL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を入力下さい。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URL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は右上を参照ください。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③ログ送信あり、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ログ送信ありを選択下さい。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④認証初期化をクリックします。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⑤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OK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をクリックします。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E5434EE7-878A-8D6E-A2E5-ED0A285D6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4154"/>
              </p:ext>
            </p:extLst>
          </p:nvPr>
        </p:nvGraphicFramePr>
        <p:xfrm>
          <a:off x="4350935" y="1630856"/>
          <a:ext cx="5747656" cy="19347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73828">
                  <a:extLst>
                    <a:ext uri="{9D8B030D-6E8A-4147-A177-3AD203B41FA5}">
                      <a16:colId xmlns:a16="http://schemas.microsoft.com/office/drawing/2014/main" val="2879785965"/>
                    </a:ext>
                  </a:extLst>
                </a:gridCol>
                <a:gridCol w="2873828">
                  <a:extLst>
                    <a:ext uri="{9D8B030D-6E8A-4147-A177-3AD203B41FA5}">
                      <a16:colId xmlns:a16="http://schemas.microsoft.com/office/drawing/2014/main" val="3205057751"/>
                    </a:ext>
                  </a:extLst>
                </a:gridCol>
              </a:tblGrid>
              <a:tr h="38886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+mn-ea"/>
                        </a:rPr>
                        <a:t>https://sugiyama.5ms.cloud/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+mn-ea"/>
                        </a:rPr>
                        <a:t>https://sugiyama2.5ms.cloud/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3195861"/>
                  </a:ext>
                </a:extLst>
              </a:tr>
              <a:tr h="154593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u="none" strike="noStrike" dirty="0">
                          <a:effectLst/>
                        </a:rPr>
                        <a:t>　</a:t>
                      </a: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9998013"/>
                  </a:ext>
                </a:extLst>
              </a:tr>
            </a:tbl>
          </a:graphicData>
        </a:graphic>
      </p:graphicFrame>
      <p:pic>
        <p:nvPicPr>
          <p:cNvPr id="6" name="図 5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E07C51E4-AC3F-E9EF-2B07-59EBDA05B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471" y="2160973"/>
            <a:ext cx="1171575" cy="1171575"/>
          </a:xfrm>
          <a:prstGeom prst="rect">
            <a:avLst/>
          </a:prstGeom>
        </p:spPr>
      </p:pic>
      <p:pic>
        <p:nvPicPr>
          <p:cNvPr id="10" name="図 9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885F07A6-71A4-12FF-C9B1-F5FF57BBDD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216" y="2211572"/>
            <a:ext cx="11715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2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05D77C2-D773-F7A4-D60D-8538B49E7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29" y="2186509"/>
            <a:ext cx="2495898" cy="17052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62296613-F274-2F22-FB54-05B1582D5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468" y="2437635"/>
            <a:ext cx="2813540" cy="991953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B1B501F1-6E67-405C-5F59-21B666594C2D}"/>
              </a:ext>
            </a:extLst>
          </p:cNvPr>
          <p:cNvSpPr/>
          <p:nvPr/>
        </p:nvSpPr>
        <p:spPr>
          <a:xfrm>
            <a:off x="4751070" y="2612899"/>
            <a:ext cx="628650" cy="5029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89DC0C-87AA-BFD5-5F2B-B038A541C25B}"/>
              </a:ext>
            </a:extLst>
          </p:cNvPr>
          <p:cNvSpPr txBox="1"/>
          <p:nvPr/>
        </p:nvSpPr>
        <p:spPr>
          <a:xfrm>
            <a:off x="881910" y="939844"/>
            <a:ext cx="9809903" cy="46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スマホ設定</a:t>
            </a:r>
            <a:r>
              <a:rPr lang="en-US" altLang="ja-JP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認証コード入力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A15627C-ADE8-3C56-7A33-5087586EE86D}"/>
              </a:ext>
            </a:extLst>
          </p:cNvPr>
          <p:cNvCxnSpPr>
            <a:cxnSpLocks/>
          </p:cNvCxnSpPr>
          <p:nvPr/>
        </p:nvCxnSpPr>
        <p:spPr>
          <a:xfrm flipH="1">
            <a:off x="2793797" y="2744607"/>
            <a:ext cx="662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DC133FF-AF47-F2E3-D42C-2E3E3ADB3395}"/>
              </a:ext>
            </a:extLst>
          </p:cNvPr>
          <p:cNvSpPr/>
          <p:nvPr/>
        </p:nvSpPr>
        <p:spPr>
          <a:xfrm>
            <a:off x="881910" y="5164853"/>
            <a:ext cx="8995620" cy="16787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BA29270-8CBD-6844-A527-6D9D59565B98}"/>
              </a:ext>
            </a:extLst>
          </p:cNvPr>
          <p:cNvSpPr txBox="1"/>
          <p:nvPr/>
        </p:nvSpPr>
        <p:spPr>
          <a:xfrm>
            <a:off x="3571918" y="2612899"/>
            <a:ext cx="86740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d2dX8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0F4E4C8-3016-71C9-D74E-1F3ACB1CC6E5}"/>
              </a:ext>
            </a:extLst>
          </p:cNvPr>
          <p:cNvSpPr txBox="1"/>
          <p:nvPr/>
        </p:nvSpPr>
        <p:spPr>
          <a:xfrm>
            <a:off x="2283431" y="2133205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①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4853AB4-3959-A03E-8654-0B276E933196}"/>
              </a:ext>
            </a:extLst>
          </p:cNvPr>
          <p:cNvSpPr txBox="1"/>
          <p:nvPr/>
        </p:nvSpPr>
        <p:spPr>
          <a:xfrm>
            <a:off x="2253886" y="2642983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②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1B3C360-AB6B-4AF8-44F2-E9BE0C182100}"/>
              </a:ext>
            </a:extLst>
          </p:cNvPr>
          <p:cNvSpPr txBox="1"/>
          <p:nvPr/>
        </p:nvSpPr>
        <p:spPr>
          <a:xfrm>
            <a:off x="2964493" y="3143250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③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54060F3-FF98-B232-8846-9020574A4ADA}"/>
              </a:ext>
            </a:extLst>
          </p:cNvPr>
          <p:cNvSpPr txBox="1"/>
          <p:nvPr/>
        </p:nvSpPr>
        <p:spPr>
          <a:xfrm>
            <a:off x="1206000" y="5265213"/>
            <a:ext cx="8344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①任意の名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を入力します。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②指定の暗証コードを入力します。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③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OK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を押下すると環境設定完了が表示されログイン画面に遷移します。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7468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2F5B690-99EA-0325-A351-A7AA6F7B9E7D}"/>
              </a:ext>
            </a:extLst>
          </p:cNvPr>
          <p:cNvSpPr txBox="1"/>
          <p:nvPr/>
        </p:nvSpPr>
        <p:spPr>
          <a:xfrm>
            <a:off x="881910" y="939844"/>
            <a:ext cx="9809903" cy="46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スマホ設定</a:t>
            </a:r>
            <a:r>
              <a:rPr lang="en-US" altLang="ja-JP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端末一覧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720BE61-EB53-B319-A833-4654E60A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0" y="1709619"/>
            <a:ext cx="8390374" cy="1703656"/>
          </a:xfrm>
          <a:prstGeom prst="rect">
            <a:avLst/>
          </a:prstGeom>
        </p:spPr>
      </p:pic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00F137C-B3E5-E4AE-BDA7-8843D4220AF7}"/>
              </a:ext>
            </a:extLst>
          </p:cNvPr>
          <p:cNvSpPr/>
          <p:nvPr/>
        </p:nvSpPr>
        <p:spPr>
          <a:xfrm>
            <a:off x="881910" y="5164853"/>
            <a:ext cx="8995620" cy="16787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88A538D-89AD-E9F2-8E9E-DA5B345BDC07}"/>
              </a:ext>
            </a:extLst>
          </p:cNvPr>
          <p:cNvSpPr txBox="1"/>
          <p:nvPr/>
        </p:nvSpPr>
        <p:spPr>
          <a:xfrm>
            <a:off x="1206000" y="5265213"/>
            <a:ext cx="83449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①前頁で登録したスマホ・タブレットの一覧が表示され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ます。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②該当端末の最終ログイン日時が表示されます。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③編集画面に遷移します。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④削除されます。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1B23FE-715A-4019-E6AA-3B8E272B1290}"/>
              </a:ext>
            </a:extLst>
          </p:cNvPr>
          <p:cNvSpPr txBox="1"/>
          <p:nvPr/>
        </p:nvSpPr>
        <p:spPr>
          <a:xfrm>
            <a:off x="1569998" y="2882564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764FD4A-2D73-05F1-FF8D-135D4E7435C8}"/>
              </a:ext>
            </a:extLst>
          </p:cNvPr>
          <p:cNvSpPr txBox="1"/>
          <p:nvPr/>
        </p:nvSpPr>
        <p:spPr>
          <a:xfrm>
            <a:off x="7498525" y="2782944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09CD555-2E03-EC34-FC98-EE37746F632C}"/>
              </a:ext>
            </a:extLst>
          </p:cNvPr>
          <p:cNvSpPr txBox="1"/>
          <p:nvPr/>
        </p:nvSpPr>
        <p:spPr>
          <a:xfrm>
            <a:off x="8347386" y="2782944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③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3446149-2C0D-934E-27C2-AEAB6C42CBFC}"/>
              </a:ext>
            </a:extLst>
          </p:cNvPr>
          <p:cNvSpPr txBox="1"/>
          <p:nvPr/>
        </p:nvSpPr>
        <p:spPr>
          <a:xfrm>
            <a:off x="8961041" y="2782944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679358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>
            <a:extLst>
              <a:ext uri="{FF2B5EF4-FFF2-40B4-BE49-F238E27FC236}">
                <a16:creationId xmlns:a16="http://schemas.microsoft.com/office/drawing/2014/main" id="{6A5750E9-CC08-5CAC-FE5C-3CB767735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765" y="1699696"/>
            <a:ext cx="3086285" cy="229359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B94210-1A8F-41E8-00B8-1300DDD2AA42}"/>
              </a:ext>
            </a:extLst>
          </p:cNvPr>
          <p:cNvSpPr txBox="1"/>
          <p:nvPr/>
        </p:nvSpPr>
        <p:spPr>
          <a:xfrm>
            <a:off x="881910" y="939844"/>
            <a:ext cx="9809903" cy="46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ja-jp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スマホ設定</a:t>
            </a:r>
            <a:r>
              <a:rPr lang="en-US" altLang="ja-JP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2442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端末一覧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77F0C60-23E0-7496-A1D2-69C1BCF44FD3}"/>
              </a:ext>
            </a:extLst>
          </p:cNvPr>
          <p:cNvSpPr/>
          <p:nvPr/>
        </p:nvSpPr>
        <p:spPr>
          <a:xfrm>
            <a:off x="881910" y="5164853"/>
            <a:ext cx="8995620" cy="167879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E48134F-C262-FFD7-A2A5-709FFF935A3F}"/>
              </a:ext>
            </a:extLst>
          </p:cNvPr>
          <p:cNvSpPr txBox="1"/>
          <p:nvPr/>
        </p:nvSpPr>
        <p:spPr>
          <a:xfrm>
            <a:off x="1206000" y="5265213"/>
            <a:ext cx="83449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①名前を入力します。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②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OK,NG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を選択します。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OK…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使用可</a:t>
            </a:r>
            <a:b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</a:b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　</a:t>
            </a:r>
            <a:r>
              <a:rPr lang="en-US" altLang="ja-JP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NG…</a:t>
            </a:r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使用不可</a:t>
            </a:r>
            <a:endParaRPr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  <a:p>
            <a:r>
              <a:rPr lang="ja-JP" altLang="en-US" sz="1200" dirty="0">
                <a:latin typeface="游明朝" panose="02020400000000000000" pitchFamily="18" charset="-128"/>
                <a:ea typeface="游明朝" panose="02020400000000000000" pitchFamily="18" charset="-128"/>
              </a:rPr>
              <a:t>③更新を押下します。</a:t>
            </a:r>
            <a:endParaRPr kumimoji="1" lang="en-US" altLang="ja-JP" sz="120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9E8B37D-56B4-2A44-3306-074516F554E3}"/>
              </a:ext>
            </a:extLst>
          </p:cNvPr>
          <p:cNvSpPr txBox="1"/>
          <p:nvPr/>
        </p:nvSpPr>
        <p:spPr>
          <a:xfrm>
            <a:off x="1248451" y="2636665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①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6A5CEF-5B8C-4E27-2C3F-1DFFB4F57A63}"/>
              </a:ext>
            </a:extLst>
          </p:cNvPr>
          <p:cNvSpPr txBox="1"/>
          <p:nvPr/>
        </p:nvSpPr>
        <p:spPr>
          <a:xfrm>
            <a:off x="1271765" y="3140407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E47A77-1367-54E2-BD14-978E943A3C96}"/>
              </a:ext>
            </a:extLst>
          </p:cNvPr>
          <p:cNvSpPr txBox="1"/>
          <p:nvPr/>
        </p:nvSpPr>
        <p:spPr>
          <a:xfrm>
            <a:off x="3586271" y="3696900"/>
            <a:ext cx="321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③</a:t>
            </a:r>
          </a:p>
        </p:txBody>
      </p:sp>
    </p:spTree>
    <p:extLst>
      <p:ext uri="{BB962C8B-B14F-4D97-AF65-F5344CB8AC3E}">
        <p14:creationId xmlns:p14="http://schemas.microsoft.com/office/powerpoint/2010/main" val="3474815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MSパンフレット" id="{2DF61FA2-19AC-4E44-B343-2D70D148A613}" vid="{6EB8A335-E8D7-47BB-90B7-843862513AC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2036</TotalTime>
  <Words>335</Words>
  <Application>Microsoft Office PowerPoint</Application>
  <PresentationFormat>ユーザー設定</PresentationFormat>
  <Paragraphs>66</Paragraphs>
  <Slides>7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5" baseType="lpstr">
      <vt:lpstr>Meiryo UI</vt:lpstr>
      <vt:lpstr>ＭＳ Ｐ明朝</vt:lpstr>
      <vt:lpstr>メイリオ</vt:lpstr>
      <vt:lpstr>游ゴシック</vt:lpstr>
      <vt:lpstr>游明朝</vt:lpstr>
      <vt:lpstr>Arial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fukui tomomi</dc:creator>
  <cp:lastModifiedBy>末包克史</cp:lastModifiedBy>
  <cp:revision>104</cp:revision>
  <dcterms:created xsi:type="dcterms:W3CDTF">2019-01-11T09:06:10Z</dcterms:created>
  <dcterms:modified xsi:type="dcterms:W3CDTF">2025-06-07T01:39:40Z</dcterms:modified>
</cp:coreProperties>
</file>